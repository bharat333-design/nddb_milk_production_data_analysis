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C5CBCF-1C58-43AA-909E-6CE22E5CD33B}" v="10" dt="2026-06-14T09:50:42.129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-1216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 Panwar" userId="0b4620ef45f29253" providerId="Windows Live" clId="Web-{D2C5CBCF-1C58-43AA-909E-6CE22E5CD33B}"/>
    <pc:docChg chg="modSld">
      <pc:chgData name="Bharat Panwar" userId="0b4620ef45f29253" providerId="Windows Live" clId="Web-{D2C5CBCF-1C58-43AA-909E-6CE22E5CD33B}" dt="2026-06-14T09:53:35.088" v="26"/>
      <pc:docMkLst>
        <pc:docMk/>
      </pc:docMkLst>
      <pc:sldChg chg="addSp delSp modSp mod setBg">
        <pc:chgData name="Bharat Panwar" userId="0b4620ef45f29253" providerId="Windows Live" clId="Web-{D2C5CBCF-1C58-43AA-909E-6CE22E5CD33B}" dt="2026-06-14T09:49:19.438" v="4"/>
        <pc:sldMkLst>
          <pc:docMk/>
          <pc:sldMk cId="0" sldId="256"/>
        </pc:sldMkLst>
        <pc:spChg chg="mod">
          <ac:chgData name="Bharat Panwar" userId="0b4620ef45f29253" providerId="Windows Live" clId="Web-{D2C5CBCF-1C58-43AA-909E-6CE22E5CD33B}" dt="2026-06-14T09:49:19.438" v="4"/>
          <ac:spMkLst>
            <pc:docMk/>
            <pc:sldMk cId="0" sldId="256"/>
            <ac:spMk id="2" creationId="{00000000-0000-0000-0000-000000000000}"/>
          </ac:spMkLst>
        </pc:spChg>
        <pc:spChg chg="mod">
          <ac:chgData name="Bharat Panwar" userId="0b4620ef45f29253" providerId="Windows Live" clId="Web-{D2C5CBCF-1C58-43AA-909E-6CE22E5CD33B}" dt="2026-06-14T09:49:19.438" v="4"/>
          <ac:spMkLst>
            <pc:docMk/>
            <pc:sldMk cId="0" sldId="256"/>
            <ac:spMk id="3" creationId="{00000000-0000-0000-0000-000000000000}"/>
          </ac:spMkLst>
        </pc:spChg>
        <pc:spChg chg="add">
          <ac:chgData name="Bharat Panwar" userId="0b4620ef45f29253" providerId="Windows Live" clId="Web-{D2C5CBCF-1C58-43AA-909E-6CE22E5CD33B}" dt="2026-06-14T09:49:19.438" v="4"/>
          <ac:spMkLst>
            <pc:docMk/>
            <pc:sldMk cId="0" sldId="256"/>
            <ac:spMk id="8" creationId="{4522B21E-B2B9-4C72-9A71-C87EFD137480}"/>
          </ac:spMkLst>
        </pc:spChg>
        <pc:spChg chg="add del">
          <ac:chgData name="Bharat Panwar" userId="0b4620ef45f29253" providerId="Windows Live" clId="Web-{D2C5CBCF-1C58-43AA-909E-6CE22E5CD33B}" dt="2026-06-14T09:49:08.797" v="1"/>
          <ac:spMkLst>
            <pc:docMk/>
            <pc:sldMk cId="0" sldId="256"/>
            <ac:spMk id="10" creationId="{A3363022-C969-41E9-8EB2-E4C94908C1FA}"/>
          </ac:spMkLst>
        </pc:spChg>
        <pc:spChg chg="add del">
          <ac:chgData name="Bharat Panwar" userId="0b4620ef45f29253" providerId="Windows Live" clId="Web-{D2C5CBCF-1C58-43AA-909E-6CE22E5CD33B}" dt="2026-06-14T09:49:08.797" v="1"/>
          <ac:spMkLst>
            <pc:docMk/>
            <pc:sldMk cId="0" sldId="256"/>
            <ac:spMk id="12" creationId="{8D1AD6B3-BE88-4CEB-BA17-790657CC4729}"/>
          </ac:spMkLst>
        </pc:spChg>
        <pc:spChg chg="add del">
          <ac:chgData name="Bharat Panwar" userId="0b4620ef45f29253" providerId="Windows Live" clId="Web-{D2C5CBCF-1C58-43AA-909E-6CE22E5CD33B}" dt="2026-06-14T09:49:19.423" v="3"/>
          <ac:spMkLst>
            <pc:docMk/>
            <pc:sldMk cId="0" sldId="256"/>
            <ac:spMk id="19" creationId="{65219498-D544-41AC-98FE-8F956EF66A62}"/>
          </ac:spMkLst>
        </pc:spChg>
        <pc:spChg chg="add del">
          <ac:chgData name="Bharat Panwar" userId="0b4620ef45f29253" providerId="Windows Live" clId="Web-{D2C5CBCF-1C58-43AA-909E-6CE22E5CD33B}" dt="2026-06-14T09:49:19.423" v="3"/>
          <ac:spMkLst>
            <pc:docMk/>
            <pc:sldMk cId="0" sldId="256"/>
            <ac:spMk id="20" creationId="{F500DBFC-17A9-4E0A-AEE2-A49F9AEEF0FD}"/>
          </ac:spMkLst>
        </pc:spChg>
        <pc:spChg chg="add">
          <ac:chgData name="Bharat Panwar" userId="0b4620ef45f29253" providerId="Windows Live" clId="Web-{D2C5CBCF-1C58-43AA-909E-6CE22E5CD33B}" dt="2026-06-14T09:49:19.438" v="4"/>
          <ac:spMkLst>
            <pc:docMk/>
            <pc:sldMk cId="0" sldId="256"/>
            <ac:spMk id="24" creationId="{5EB7D2A2-F448-44D4-938C-DC84CBCB3B1E}"/>
          </ac:spMkLst>
        </pc:spChg>
        <pc:spChg chg="add">
          <ac:chgData name="Bharat Panwar" userId="0b4620ef45f29253" providerId="Windows Live" clId="Web-{D2C5CBCF-1C58-43AA-909E-6CE22E5CD33B}" dt="2026-06-14T09:49:19.438" v="4"/>
          <ac:spMkLst>
            <pc:docMk/>
            <pc:sldMk cId="0" sldId="256"/>
            <ac:spMk id="25" creationId="{871AEA07-1E14-44B4-8E55-64EF049CD66F}"/>
          </ac:spMkLst>
        </pc:spChg>
        <pc:grpChg chg="add del">
          <ac:chgData name="Bharat Panwar" userId="0b4620ef45f29253" providerId="Windows Live" clId="Web-{D2C5CBCF-1C58-43AA-909E-6CE22E5CD33B}" dt="2026-06-14T09:49:08.797" v="1"/>
          <ac:grpSpMkLst>
            <pc:docMk/>
            <pc:sldMk cId="0" sldId="256"/>
            <ac:grpSpMk id="14" creationId="{89D1390B-7E13-4B4F-9CB2-391063412E54}"/>
          </ac:grpSpMkLst>
        </pc:grpChg>
        <pc:grpChg chg="add del">
          <ac:chgData name="Bharat Panwar" userId="0b4620ef45f29253" providerId="Windows Live" clId="Web-{D2C5CBCF-1C58-43AA-909E-6CE22E5CD33B}" dt="2026-06-14T09:49:19.423" v="3"/>
          <ac:grpSpMkLst>
            <pc:docMk/>
            <pc:sldMk cId="0" sldId="256"/>
            <ac:grpSpMk id="21" creationId="{D74613BB-817C-4C4F-8A24-4936F2F064C0}"/>
          </ac:grpSpMkLst>
        </pc:grpChg>
        <pc:picChg chg="add del">
          <ac:chgData name="Bharat Panwar" userId="0b4620ef45f29253" providerId="Windows Live" clId="Web-{D2C5CBCF-1C58-43AA-909E-6CE22E5CD33B}" dt="2026-06-14T09:49:08.797" v="1"/>
          <ac:picMkLst>
            <pc:docMk/>
            <pc:sldMk cId="0" sldId="256"/>
            <ac:picMk id="7" creationId="{18DCEAF9-F145-4B57-597E-0AB103F7B436}"/>
          </ac:picMkLst>
        </pc:picChg>
        <pc:picChg chg="add del">
          <ac:chgData name="Bharat Panwar" userId="0b4620ef45f29253" providerId="Windows Live" clId="Web-{D2C5CBCF-1C58-43AA-909E-6CE22E5CD33B}" dt="2026-06-14T09:49:19.423" v="3"/>
          <ac:picMkLst>
            <pc:docMk/>
            <pc:sldMk cId="0" sldId="256"/>
            <ac:picMk id="22" creationId="{4229FE13-9ED4-DE9D-3E2F-F98D1D2FF9B1}"/>
          </ac:picMkLst>
        </pc:picChg>
        <pc:cxnChg chg="add">
          <ac:chgData name="Bharat Panwar" userId="0b4620ef45f29253" providerId="Windows Live" clId="Web-{D2C5CBCF-1C58-43AA-909E-6CE22E5CD33B}" dt="2026-06-14T09:49:19.438" v="4"/>
          <ac:cxnSpMkLst>
            <pc:docMk/>
            <pc:sldMk cId="0" sldId="256"/>
            <ac:cxnSpMk id="26" creationId="{F7C8EA93-3210-4C62-99E9-153C275E3A87}"/>
          </ac:cxnSpMkLst>
        </pc:cxnChg>
      </pc:sldChg>
      <pc:sldChg chg="addSp delSp modSp mod setBg">
        <pc:chgData name="Bharat Panwar" userId="0b4620ef45f29253" providerId="Windows Live" clId="Web-{D2C5CBCF-1C58-43AA-909E-6CE22E5CD33B}" dt="2026-06-14T09:50:57.739" v="16"/>
        <pc:sldMkLst>
          <pc:docMk/>
          <pc:sldMk cId="0" sldId="257"/>
        </pc:sldMkLst>
        <pc:spChg chg="mod">
          <ac:chgData name="Bharat Panwar" userId="0b4620ef45f29253" providerId="Windows Live" clId="Web-{D2C5CBCF-1C58-43AA-909E-6CE22E5CD33B}" dt="2026-06-14T09:50:57.739" v="16"/>
          <ac:spMkLst>
            <pc:docMk/>
            <pc:sldMk cId="0" sldId="257"/>
            <ac:spMk id="2" creationId="{00000000-0000-0000-0000-000000000000}"/>
          </ac:spMkLst>
        </pc:spChg>
        <pc:spChg chg="del">
          <ac:chgData name="Bharat Panwar" userId="0b4620ef45f29253" providerId="Windows Live" clId="Web-{D2C5CBCF-1C58-43AA-909E-6CE22E5CD33B}" dt="2026-06-14T09:50:24.784" v="5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Bharat Panwar" userId="0b4620ef45f29253" providerId="Windows Live" clId="Web-{D2C5CBCF-1C58-43AA-909E-6CE22E5CD33B}" dt="2026-06-14T09:50:57.739" v="16"/>
          <ac:spMkLst>
            <pc:docMk/>
            <pc:sldMk cId="0" sldId="257"/>
            <ac:spMk id="9" creationId="{BACC6370-2D7E-4714-9D71-7542949D7D5D}"/>
          </ac:spMkLst>
        </pc:spChg>
        <pc:spChg chg="add del">
          <ac:chgData name="Bharat Panwar" userId="0b4620ef45f29253" providerId="Windows Live" clId="Web-{D2C5CBCF-1C58-43AA-909E-6CE22E5CD33B}" dt="2026-06-14T09:50:57.739" v="16"/>
          <ac:spMkLst>
            <pc:docMk/>
            <pc:sldMk cId="0" sldId="257"/>
            <ac:spMk id="11" creationId="{F68B3F68-107C-434F-AA38-110D5EA91B85}"/>
          </ac:spMkLst>
        </pc:spChg>
        <pc:spChg chg="add del">
          <ac:chgData name="Bharat Panwar" userId="0b4620ef45f29253" providerId="Windows Live" clId="Web-{D2C5CBCF-1C58-43AA-909E-6CE22E5CD33B}" dt="2026-06-14T09:50:57.739" v="16"/>
          <ac:spMkLst>
            <pc:docMk/>
            <pc:sldMk cId="0" sldId="257"/>
            <ac:spMk id="13" creationId="{AAD0DBB9-1A4B-4391-81D4-CB19F9AB918A}"/>
          </ac:spMkLst>
        </pc:spChg>
        <pc:spChg chg="add del">
          <ac:chgData name="Bharat Panwar" userId="0b4620ef45f29253" providerId="Windows Live" clId="Web-{D2C5CBCF-1C58-43AA-909E-6CE22E5CD33B}" dt="2026-06-14T09:50:57.739" v="16"/>
          <ac:spMkLst>
            <pc:docMk/>
            <pc:sldMk cId="0" sldId="257"/>
            <ac:spMk id="15" creationId="{063BBA22-50EA-4C4D-BE05-F1CE4E63AA56}"/>
          </ac:spMkLst>
        </pc:spChg>
        <pc:spChg chg="add">
          <ac:chgData name="Bharat Panwar" userId="0b4620ef45f29253" providerId="Windows Live" clId="Web-{D2C5CBCF-1C58-43AA-909E-6CE22E5CD33B}" dt="2026-06-14T09:50:57.739" v="16"/>
          <ac:spMkLst>
            <pc:docMk/>
            <pc:sldMk cId="0" sldId="257"/>
            <ac:spMk id="20" creationId="{1D63C574-BFD2-41A1-A567-B0C3CC7FDD4F}"/>
          </ac:spMkLst>
        </pc:spChg>
        <pc:spChg chg="add">
          <ac:chgData name="Bharat Panwar" userId="0b4620ef45f29253" providerId="Windows Live" clId="Web-{D2C5CBCF-1C58-43AA-909E-6CE22E5CD33B}" dt="2026-06-14T09:50:57.739" v="16"/>
          <ac:spMkLst>
            <pc:docMk/>
            <pc:sldMk cId="0" sldId="257"/>
            <ac:spMk id="22" creationId="{E2A46BAB-8C31-42B2-90E8-B26DD3E81D37}"/>
          </ac:spMkLst>
        </pc:spChg>
        <pc:grpChg chg="add">
          <ac:chgData name="Bharat Panwar" userId="0b4620ef45f29253" providerId="Windows Live" clId="Web-{D2C5CBCF-1C58-43AA-909E-6CE22E5CD33B}" dt="2026-06-14T09:50:57.739" v="16"/>
          <ac:grpSpMkLst>
            <pc:docMk/>
            <pc:sldMk cId="0" sldId="257"/>
            <ac:grpSpMk id="24" creationId="{B3F7A3C7-0737-4E57-B30E-8EEFE638B401}"/>
          </ac:grpSpMkLst>
        </pc:grpChg>
        <pc:grpChg chg="add">
          <ac:chgData name="Bharat Panwar" userId="0b4620ef45f29253" providerId="Windows Live" clId="Web-{D2C5CBCF-1C58-43AA-909E-6CE22E5CD33B}" dt="2026-06-14T09:50:57.739" v="16"/>
          <ac:grpSpMkLst>
            <pc:docMk/>
            <pc:sldMk cId="0" sldId="257"/>
            <ac:grpSpMk id="28" creationId="{43F5E015-E085-4624-B431-B42414448684}"/>
          </ac:grpSpMkLst>
        </pc:grpChg>
        <pc:graphicFrameChg chg="add mod modGraphic">
          <ac:chgData name="Bharat Panwar" userId="0b4620ef45f29253" providerId="Windows Live" clId="Web-{D2C5CBCF-1C58-43AA-909E-6CE22E5CD33B}" dt="2026-06-14T09:50:57.739" v="16"/>
          <ac:graphicFrameMkLst>
            <pc:docMk/>
            <pc:sldMk cId="0" sldId="257"/>
            <ac:graphicFrameMk id="5" creationId="{EDDE3AB5-E90F-91CE-6467-745AABE9B99A}"/>
          </ac:graphicFrameMkLst>
        </pc:graphicFrameChg>
      </pc:sldChg>
      <pc:sldChg chg="addSp delSp modSp mod setBg">
        <pc:chgData name="Bharat Panwar" userId="0b4620ef45f29253" providerId="Windows Live" clId="Web-{D2C5CBCF-1C58-43AA-909E-6CE22E5CD33B}" dt="2026-06-14T09:51:52.756" v="19"/>
        <pc:sldMkLst>
          <pc:docMk/>
          <pc:sldMk cId="0" sldId="258"/>
        </pc:sldMkLst>
        <pc:spChg chg="mod">
          <ac:chgData name="Bharat Panwar" userId="0b4620ef45f29253" providerId="Windows Live" clId="Web-{D2C5CBCF-1C58-43AA-909E-6CE22E5CD33B}" dt="2026-06-14T09:51:52.756" v="19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Bharat Panwar" userId="0b4620ef45f29253" providerId="Windows Live" clId="Web-{D2C5CBCF-1C58-43AA-909E-6CE22E5CD33B}" dt="2026-06-14T09:51:52.756" v="19"/>
          <ac:spMkLst>
            <pc:docMk/>
            <pc:sldMk cId="0" sldId="258"/>
            <ac:spMk id="4" creationId="{00000000-0000-0000-0000-000000000000}"/>
          </ac:spMkLst>
        </pc:spChg>
        <pc:spChg chg="add del">
          <ac:chgData name="Bharat Panwar" userId="0b4620ef45f29253" providerId="Windows Live" clId="Web-{D2C5CBCF-1C58-43AA-909E-6CE22E5CD33B}" dt="2026-06-14T09:51:52.741" v="18"/>
          <ac:spMkLst>
            <pc:docMk/>
            <pc:sldMk cId="0" sldId="258"/>
            <ac:spMk id="9" creationId="{F0A604E4-7307-451C-93BE-F1F7E1BF3BF8}"/>
          </ac:spMkLst>
        </pc:spChg>
        <pc:spChg chg="add del">
          <ac:chgData name="Bharat Panwar" userId="0b4620ef45f29253" providerId="Windows Live" clId="Web-{D2C5CBCF-1C58-43AA-909E-6CE22E5CD33B}" dt="2026-06-14T09:51:52.741" v="18"/>
          <ac:spMkLst>
            <pc:docMk/>
            <pc:sldMk cId="0" sldId="258"/>
            <ac:spMk id="11" creationId="{F7F3A0AA-35E5-4085-942B-737839030604}"/>
          </ac:spMkLst>
        </pc:spChg>
        <pc:spChg chg="add del">
          <ac:chgData name="Bharat Panwar" userId="0b4620ef45f29253" providerId="Windows Live" clId="Web-{D2C5CBCF-1C58-43AA-909E-6CE22E5CD33B}" dt="2026-06-14T09:51:52.741" v="18"/>
          <ac:spMkLst>
            <pc:docMk/>
            <pc:sldMk cId="0" sldId="258"/>
            <ac:spMk id="13" creationId="{402F5C38-C747-4173-ABBF-656E39E82130}"/>
          </ac:spMkLst>
        </pc:spChg>
        <pc:spChg chg="add del">
          <ac:chgData name="Bharat Panwar" userId="0b4620ef45f29253" providerId="Windows Live" clId="Web-{D2C5CBCF-1C58-43AA-909E-6CE22E5CD33B}" dt="2026-06-14T09:51:52.741" v="18"/>
          <ac:spMkLst>
            <pc:docMk/>
            <pc:sldMk cId="0" sldId="258"/>
            <ac:spMk id="15" creationId="{E37EECFC-A684-4391-AE85-4CDAF5565F61}"/>
          </ac:spMkLst>
        </pc:spChg>
        <pc:spChg chg="add">
          <ac:chgData name="Bharat Panwar" userId="0b4620ef45f29253" providerId="Windows Live" clId="Web-{D2C5CBCF-1C58-43AA-909E-6CE22E5CD33B}" dt="2026-06-14T09:51:52.756" v="19"/>
          <ac:spMkLst>
            <pc:docMk/>
            <pc:sldMk cId="0" sldId="258"/>
            <ac:spMk id="17" creationId="{A4AC5506-6312-4701-8D3C-40187889A947}"/>
          </ac:spMkLst>
        </pc:spChg>
        <pc:picChg chg="mod">
          <ac:chgData name="Bharat Panwar" userId="0b4620ef45f29253" providerId="Windows Live" clId="Web-{D2C5CBCF-1C58-43AA-909E-6CE22E5CD33B}" dt="2026-06-14T09:51:52.756" v="19"/>
          <ac:picMkLst>
            <pc:docMk/>
            <pc:sldMk cId="0" sldId="258"/>
            <ac:picMk id="3" creationId="{00000000-0000-0000-0000-000000000000}"/>
          </ac:picMkLst>
        </pc:picChg>
      </pc:sldChg>
      <pc:sldChg chg="addSp delSp modSp mod setBg">
        <pc:chgData name="Bharat Panwar" userId="0b4620ef45f29253" providerId="Windows Live" clId="Web-{D2C5CBCF-1C58-43AA-909E-6CE22E5CD33B}" dt="2026-06-14T09:52:26.179" v="22"/>
        <pc:sldMkLst>
          <pc:docMk/>
          <pc:sldMk cId="0" sldId="259"/>
        </pc:sldMkLst>
        <pc:spChg chg="mod">
          <ac:chgData name="Bharat Panwar" userId="0b4620ef45f29253" providerId="Windows Live" clId="Web-{D2C5CBCF-1C58-43AA-909E-6CE22E5CD33B}" dt="2026-06-14T09:52:26.179" v="22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Bharat Panwar" userId="0b4620ef45f29253" providerId="Windows Live" clId="Web-{D2C5CBCF-1C58-43AA-909E-6CE22E5CD33B}" dt="2026-06-14T09:52:26.179" v="22"/>
          <ac:spMkLst>
            <pc:docMk/>
            <pc:sldMk cId="0" sldId="259"/>
            <ac:spMk id="4" creationId="{00000000-0000-0000-0000-000000000000}"/>
          </ac:spMkLst>
        </pc:spChg>
        <pc:spChg chg="add del">
          <ac:chgData name="Bharat Panwar" userId="0b4620ef45f29253" providerId="Windows Live" clId="Web-{D2C5CBCF-1C58-43AA-909E-6CE22E5CD33B}" dt="2026-06-14T09:52:26.179" v="21"/>
          <ac:spMkLst>
            <pc:docMk/>
            <pc:sldMk cId="0" sldId="259"/>
            <ac:spMk id="9" creationId="{D4771268-CB57-404A-9271-370EB28F6090}"/>
          </ac:spMkLst>
        </pc:spChg>
        <pc:spChg chg="add">
          <ac:chgData name="Bharat Panwar" userId="0b4620ef45f29253" providerId="Windows Live" clId="Web-{D2C5CBCF-1C58-43AA-909E-6CE22E5CD33B}" dt="2026-06-14T09:52:26.179" v="22"/>
          <ac:spMkLst>
            <pc:docMk/>
            <pc:sldMk cId="0" sldId="259"/>
            <ac:spMk id="11" creationId="{3B47FC9C-2ED3-4100-A4EF-E8CDFEE106C9}"/>
          </ac:spMkLst>
        </pc:spChg>
        <pc:picChg chg="mod">
          <ac:chgData name="Bharat Panwar" userId="0b4620ef45f29253" providerId="Windows Live" clId="Web-{D2C5CBCF-1C58-43AA-909E-6CE22E5CD33B}" dt="2026-06-14T09:52:26.179" v="22"/>
          <ac:picMkLst>
            <pc:docMk/>
            <pc:sldMk cId="0" sldId="259"/>
            <ac:picMk id="3" creationId="{00000000-0000-0000-0000-000000000000}"/>
          </ac:picMkLst>
        </pc:picChg>
      </pc:sldChg>
      <pc:sldChg chg="addSp delSp modSp mod setBg">
        <pc:chgData name="Bharat Panwar" userId="0b4620ef45f29253" providerId="Windows Live" clId="Web-{D2C5CBCF-1C58-43AA-909E-6CE22E5CD33B}" dt="2026-06-14T09:52:40.398" v="23"/>
        <pc:sldMkLst>
          <pc:docMk/>
          <pc:sldMk cId="0" sldId="260"/>
        </pc:sldMkLst>
        <pc:spChg chg="mod">
          <ac:chgData name="Bharat Panwar" userId="0b4620ef45f29253" providerId="Windows Live" clId="Web-{D2C5CBCF-1C58-43AA-909E-6CE22E5CD33B}" dt="2026-06-14T09:52:40.398" v="23"/>
          <ac:spMkLst>
            <pc:docMk/>
            <pc:sldMk cId="0" sldId="260"/>
            <ac:spMk id="2" creationId="{00000000-0000-0000-0000-000000000000}"/>
          </ac:spMkLst>
        </pc:spChg>
        <pc:spChg chg="del">
          <ac:chgData name="Bharat Panwar" userId="0b4620ef45f29253" providerId="Windows Live" clId="Web-{D2C5CBCF-1C58-43AA-909E-6CE22E5CD33B}" dt="2026-06-14T09:52:40.398" v="23"/>
          <ac:spMkLst>
            <pc:docMk/>
            <pc:sldMk cId="0" sldId="260"/>
            <ac:spMk id="4" creationId="{00000000-0000-0000-0000-000000000000}"/>
          </ac:spMkLst>
        </pc:spChg>
        <pc:spChg chg="add">
          <ac:chgData name="Bharat Panwar" userId="0b4620ef45f29253" providerId="Windows Live" clId="Web-{D2C5CBCF-1C58-43AA-909E-6CE22E5CD33B}" dt="2026-06-14T09:52:40.398" v="23"/>
          <ac:spMkLst>
            <pc:docMk/>
            <pc:sldMk cId="0" sldId="260"/>
            <ac:spMk id="9" creationId="{D4771268-CB57-404A-9271-370EB28F6090}"/>
          </ac:spMkLst>
        </pc:spChg>
        <pc:picChg chg="mod">
          <ac:chgData name="Bharat Panwar" userId="0b4620ef45f29253" providerId="Windows Live" clId="Web-{D2C5CBCF-1C58-43AA-909E-6CE22E5CD33B}" dt="2026-06-14T09:52:40.398" v="23"/>
          <ac:picMkLst>
            <pc:docMk/>
            <pc:sldMk cId="0" sldId="260"/>
            <ac:picMk id="3" creationId="{00000000-0000-0000-0000-000000000000}"/>
          </ac:picMkLst>
        </pc:picChg>
      </pc:sldChg>
      <pc:sldChg chg="addSp delSp modSp mod setBg">
        <pc:chgData name="Bharat Panwar" userId="0b4620ef45f29253" providerId="Windows Live" clId="Web-{D2C5CBCF-1C58-43AA-909E-6CE22E5CD33B}" dt="2026-06-14T09:52:51.946" v="24"/>
        <pc:sldMkLst>
          <pc:docMk/>
          <pc:sldMk cId="0" sldId="261"/>
        </pc:sldMkLst>
        <pc:spChg chg="mod">
          <ac:chgData name="Bharat Panwar" userId="0b4620ef45f29253" providerId="Windows Live" clId="Web-{D2C5CBCF-1C58-43AA-909E-6CE22E5CD33B}" dt="2026-06-14T09:52:51.946" v="24"/>
          <ac:spMkLst>
            <pc:docMk/>
            <pc:sldMk cId="0" sldId="261"/>
            <ac:spMk id="2" creationId="{00000000-0000-0000-0000-000000000000}"/>
          </ac:spMkLst>
        </pc:spChg>
        <pc:spChg chg="del">
          <ac:chgData name="Bharat Panwar" userId="0b4620ef45f29253" providerId="Windows Live" clId="Web-{D2C5CBCF-1C58-43AA-909E-6CE22E5CD33B}" dt="2026-06-14T09:52:51.946" v="24"/>
          <ac:spMkLst>
            <pc:docMk/>
            <pc:sldMk cId="0" sldId="261"/>
            <ac:spMk id="3" creationId="{00000000-0000-0000-0000-000000000000}"/>
          </ac:spMkLst>
        </pc:spChg>
        <pc:spChg chg="add">
          <ac:chgData name="Bharat Panwar" userId="0b4620ef45f29253" providerId="Windows Live" clId="Web-{D2C5CBCF-1C58-43AA-909E-6CE22E5CD33B}" dt="2026-06-14T09:52:51.946" v="24"/>
          <ac:spMkLst>
            <pc:docMk/>
            <pc:sldMk cId="0" sldId="261"/>
            <ac:spMk id="9" creationId="{F0A604E4-7307-451C-93BE-F1F7E1BF3BF8}"/>
          </ac:spMkLst>
        </pc:spChg>
        <pc:spChg chg="add">
          <ac:chgData name="Bharat Panwar" userId="0b4620ef45f29253" providerId="Windows Live" clId="Web-{D2C5CBCF-1C58-43AA-909E-6CE22E5CD33B}" dt="2026-06-14T09:52:51.946" v="24"/>
          <ac:spMkLst>
            <pc:docMk/>
            <pc:sldMk cId="0" sldId="261"/>
            <ac:spMk id="11" creationId="{F7F3A0AA-35E5-4085-942B-737839030604}"/>
          </ac:spMkLst>
        </pc:spChg>
        <pc:spChg chg="add">
          <ac:chgData name="Bharat Panwar" userId="0b4620ef45f29253" providerId="Windows Live" clId="Web-{D2C5CBCF-1C58-43AA-909E-6CE22E5CD33B}" dt="2026-06-14T09:52:51.946" v="24"/>
          <ac:spMkLst>
            <pc:docMk/>
            <pc:sldMk cId="0" sldId="261"/>
            <ac:spMk id="13" creationId="{402F5C38-C747-4173-ABBF-656E39E82130}"/>
          </ac:spMkLst>
        </pc:spChg>
        <pc:spChg chg="add">
          <ac:chgData name="Bharat Panwar" userId="0b4620ef45f29253" providerId="Windows Live" clId="Web-{D2C5CBCF-1C58-43AA-909E-6CE22E5CD33B}" dt="2026-06-14T09:52:51.946" v="24"/>
          <ac:spMkLst>
            <pc:docMk/>
            <pc:sldMk cId="0" sldId="261"/>
            <ac:spMk id="15" creationId="{E37EECFC-A684-4391-AE85-4CDAF5565F61}"/>
          </ac:spMkLst>
        </pc:spChg>
        <pc:graphicFrameChg chg="mod">
          <ac:chgData name="Bharat Panwar" userId="0b4620ef45f29253" providerId="Windows Live" clId="Web-{D2C5CBCF-1C58-43AA-909E-6CE22E5CD33B}" dt="2026-06-14T09:52:51.946" v="24"/>
          <ac:graphicFrameMkLst>
            <pc:docMk/>
            <pc:sldMk cId="0" sldId="261"/>
            <ac:graphicFrameMk id="4" creationId="{00000000-0000-0000-0000-000000000000}"/>
          </ac:graphicFrameMkLst>
        </pc:graphicFrameChg>
      </pc:sldChg>
      <pc:sldChg chg="addSp delSp modSp mod setBg">
        <pc:chgData name="Bharat Panwar" userId="0b4620ef45f29253" providerId="Windows Live" clId="Web-{D2C5CBCF-1C58-43AA-909E-6CE22E5CD33B}" dt="2026-06-14T09:53:07.368" v="25"/>
        <pc:sldMkLst>
          <pc:docMk/>
          <pc:sldMk cId="0" sldId="262"/>
        </pc:sldMkLst>
        <pc:spChg chg="mod">
          <ac:chgData name="Bharat Panwar" userId="0b4620ef45f29253" providerId="Windows Live" clId="Web-{D2C5CBCF-1C58-43AA-909E-6CE22E5CD33B}" dt="2026-06-14T09:53:07.368" v="25"/>
          <ac:spMkLst>
            <pc:docMk/>
            <pc:sldMk cId="0" sldId="262"/>
            <ac:spMk id="2" creationId="{00000000-0000-0000-0000-000000000000}"/>
          </ac:spMkLst>
        </pc:spChg>
        <pc:spChg chg="del">
          <ac:chgData name="Bharat Panwar" userId="0b4620ef45f29253" providerId="Windows Live" clId="Web-{D2C5CBCF-1C58-43AA-909E-6CE22E5CD33B}" dt="2026-06-14T09:53:07.368" v="25"/>
          <ac:spMkLst>
            <pc:docMk/>
            <pc:sldMk cId="0" sldId="262"/>
            <ac:spMk id="3" creationId="{00000000-0000-0000-0000-000000000000}"/>
          </ac:spMkLst>
        </pc:spChg>
        <pc:spChg chg="add">
          <ac:chgData name="Bharat Panwar" userId="0b4620ef45f29253" providerId="Windows Live" clId="Web-{D2C5CBCF-1C58-43AA-909E-6CE22E5CD33B}" dt="2026-06-14T09:53:07.368" v="25"/>
          <ac:spMkLst>
            <pc:docMk/>
            <pc:sldMk cId="0" sldId="262"/>
            <ac:spMk id="9" creationId="{A8384FB5-9ADC-4DDC-881B-597D56F5B15D}"/>
          </ac:spMkLst>
        </pc:spChg>
        <pc:spChg chg="add">
          <ac:chgData name="Bharat Panwar" userId="0b4620ef45f29253" providerId="Windows Live" clId="Web-{D2C5CBCF-1C58-43AA-909E-6CE22E5CD33B}" dt="2026-06-14T09:53:07.368" v="25"/>
          <ac:spMkLst>
            <pc:docMk/>
            <pc:sldMk cId="0" sldId="262"/>
            <ac:spMk id="11" creationId="{91E5A9A7-95C6-4F4F-B00E-C82E07FE62EF}"/>
          </ac:spMkLst>
        </pc:spChg>
        <pc:spChg chg="add">
          <ac:chgData name="Bharat Panwar" userId="0b4620ef45f29253" providerId="Windows Live" clId="Web-{D2C5CBCF-1C58-43AA-909E-6CE22E5CD33B}" dt="2026-06-14T09:53:07.368" v="25"/>
          <ac:spMkLst>
            <pc:docMk/>
            <pc:sldMk cId="0" sldId="262"/>
            <ac:spMk id="13" creationId="{D07DD2DE-F619-49DD-B5E7-03A290FF4ED1}"/>
          </ac:spMkLst>
        </pc:spChg>
        <pc:spChg chg="add">
          <ac:chgData name="Bharat Panwar" userId="0b4620ef45f29253" providerId="Windows Live" clId="Web-{D2C5CBCF-1C58-43AA-909E-6CE22E5CD33B}" dt="2026-06-14T09:53:07.368" v="25"/>
          <ac:spMkLst>
            <pc:docMk/>
            <pc:sldMk cId="0" sldId="262"/>
            <ac:spMk id="15" creationId="{85149191-5F60-4A28-AAFF-039F96B0F3EC}"/>
          </ac:spMkLst>
        </pc:spChg>
        <pc:spChg chg="add">
          <ac:chgData name="Bharat Panwar" userId="0b4620ef45f29253" providerId="Windows Live" clId="Web-{D2C5CBCF-1C58-43AA-909E-6CE22E5CD33B}" dt="2026-06-14T09:53:07.368" v="25"/>
          <ac:spMkLst>
            <pc:docMk/>
            <pc:sldMk cId="0" sldId="262"/>
            <ac:spMk id="17" creationId="{F8260ED5-17F7-4158-B241-D51DD4CF1B7E}"/>
          </ac:spMkLst>
        </pc:spChg>
        <pc:graphicFrameChg chg="mod modGraphic">
          <ac:chgData name="Bharat Panwar" userId="0b4620ef45f29253" providerId="Windows Live" clId="Web-{D2C5CBCF-1C58-43AA-909E-6CE22E5CD33B}" dt="2026-06-14T09:53:07.368" v="25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  <pc:sldChg chg="addSp modSp mod setBg">
        <pc:chgData name="Bharat Panwar" userId="0b4620ef45f29253" providerId="Windows Live" clId="Web-{D2C5CBCF-1C58-43AA-909E-6CE22E5CD33B}" dt="2026-06-14T09:53:35.088" v="26"/>
        <pc:sldMkLst>
          <pc:docMk/>
          <pc:sldMk cId="0" sldId="263"/>
        </pc:sldMkLst>
        <pc:spChg chg="mod">
          <ac:chgData name="Bharat Panwar" userId="0b4620ef45f29253" providerId="Windows Live" clId="Web-{D2C5CBCF-1C58-43AA-909E-6CE22E5CD33B}" dt="2026-06-14T09:53:35.088" v="26"/>
          <ac:spMkLst>
            <pc:docMk/>
            <pc:sldMk cId="0" sldId="263"/>
            <ac:spMk id="2" creationId="{00000000-0000-0000-0000-000000000000}"/>
          </ac:spMkLst>
        </pc:spChg>
        <pc:spChg chg="mod">
          <ac:chgData name="Bharat Panwar" userId="0b4620ef45f29253" providerId="Windows Live" clId="Web-{D2C5CBCF-1C58-43AA-909E-6CE22E5CD33B}" dt="2026-06-14T09:53:35.088" v="26"/>
          <ac:spMkLst>
            <pc:docMk/>
            <pc:sldMk cId="0" sldId="263"/>
            <ac:spMk id="3" creationId="{00000000-0000-0000-0000-000000000000}"/>
          </ac:spMkLst>
        </pc:spChg>
        <pc:spChg chg="add">
          <ac:chgData name="Bharat Panwar" userId="0b4620ef45f29253" providerId="Windows Live" clId="Web-{D2C5CBCF-1C58-43AA-909E-6CE22E5CD33B}" dt="2026-06-14T09:53:35.088" v="26"/>
          <ac:spMkLst>
            <pc:docMk/>
            <pc:sldMk cId="0" sldId="263"/>
            <ac:spMk id="8" creationId="{081EA652-8C6A-4E69-BEB9-170809474553}"/>
          </ac:spMkLst>
        </pc:spChg>
        <pc:spChg chg="add">
          <ac:chgData name="Bharat Panwar" userId="0b4620ef45f29253" providerId="Windows Live" clId="Web-{D2C5CBCF-1C58-43AA-909E-6CE22E5CD33B}" dt="2026-06-14T09:53:35.088" v="26"/>
          <ac:spMkLst>
            <pc:docMk/>
            <pc:sldMk cId="0" sldId="263"/>
            <ac:spMk id="10" creationId="{5298780A-33B9-4EA2-8F67-DE68AD62841B}"/>
          </ac:spMkLst>
        </pc:spChg>
        <pc:spChg chg="add">
          <ac:chgData name="Bharat Panwar" userId="0b4620ef45f29253" providerId="Windows Live" clId="Web-{D2C5CBCF-1C58-43AA-909E-6CE22E5CD33B}" dt="2026-06-14T09:53:35.088" v="26"/>
          <ac:spMkLst>
            <pc:docMk/>
            <pc:sldMk cId="0" sldId="263"/>
            <ac:spMk id="12" creationId="{7F488E8B-4E1E-4402-8935-D4E6C02615C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8FA68F-8E04-495A-82EB-275A4DF4AB4E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96F2D4C-73C2-4B4E-9F63-01248F09969B}">
      <dgm:prSet/>
      <dgm:spPr/>
      <dgm:t>
        <a:bodyPr/>
        <a:lstStyle/>
        <a:p>
          <a:r>
            <a:rPr lang="en-US"/>
            <a:t>Key National KPIs</a:t>
          </a:r>
        </a:p>
      </dgm:t>
    </dgm:pt>
    <dgm:pt modelId="{62CFE12F-FD27-40CB-A607-313FF1B3E527}" type="parTrans" cxnId="{03576C4F-D4DA-43F1-A2A9-C75A48910486}">
      <dgm:prSet/>
      <dgm:spPr/>
      <dgm:t>
        <a:bodyPr/>
        <a:lstStyle/>
        <a:p>
          <a:endParaRPr lang="en-US"/>
        </a:p>
      </dgm:t>
    </dgm:pt>
    <dgm:pt modelId="{6DC52854-4AF2-475E-9905-E9A3C3CF157B}" type="sibTrans" cxnId="{03576C4F-D4DA-43F1-A2A9-C75A48910486}">
      <dgm:prSet/>
      <dgm:spPr/>
      <dgm:t>
        <a:bodyPr/>
        <a:lstStyle/>
        <a:p>
          <a:endParaRPr lang="en-US"/>
        </a:p>
      </dgm:t>
    </dgm:pt>
    <dgm:pt modelId="{BAE3F22D-932A-4080-9FA4-F9EE798CB025}">
      <dgm:prSet/>
      <dgm:spPr/>
      <dgm:t>
        <a:bodyPr/>
        <a:lstStyle/>
        <a:p>
          <a:r>
            <a:rPr lang="en-US"/>
            <a:t>All‑India milk production (2023-24): 239299 ('000 tonnes)</a:t>
          </a:r>
        </a:p>
      </dgm:t>
    </dgm:pt>
    <dgm:pt modelId="{9BE60534-1BF1-4D67-A8E8-C54E3B5139C3}" type="parTrans" cxnId="{5E832D25-15EC-4FFF-8CD4-A055433762E4}">
      <dgm:prSet/>
      <dgm:spPr/>
      <dgm:t>
        <a:bodyPr/>
        <a:lstStyle/>
        <a:p>
          <a:endParaRPr lang="en-US"/>
        </a:p>
      </dgm:t>
    </dgm:pt>
    <dgm:pt modelId="{BB86BDE4-8C5C-4C06-A629-944053217BB3}" type="sibTrans" cxnId="{5E832D25-15EC-4FFF-8CD4-A055433762E4}">
      <dgm:prSet/>
      <dgm:spPr/>
      <dgm:t>
        <a:bodyPr/>
        <a:lstStyle/>
        <a:p>
          <a:endParaRPr lang="en-US"/>
        </a:p>
      </dgm:t>
    </dgm:pt>
    <dgm:pt modelId="{533BBFD2-4425-43D8-B657-F154117C0EAC}">
      <dgm:prSet/>
      <dgm:spPr/>
      <dgm:t>
        <a:bodyPr/>
        <a:lstStyle/>
        <a:p>
          <a:r>
            <a:rPr lang="en-US"/>
            <a:t>YoY growth (2022-23 -&gt; 2023-24): 3.78 %</a:t>
          </a:r>
        </a:p>
      </dgm:t>
    </dgm:pt>
    <dgm:pt modelId="{CBCC4405-1FA1-4424-AD1C-E5A525E72742}" type="parTrans" cxnId="{CBBA5133-C1BF-4009-B4A9-862217BC37A2}">
      <dgm:prSet/>
      <dgm:spPr/>
      <dgm:t>
        <a:bodyPr/>
        <a:lstStyle/>
        <a:p>
          <a:endParaRPr lang="en-US"/>
        </a:p>
      </dgm:t>
    </dgm:pt>
    <dgm:pt modelId="{6F44FFB1-0DA5-422E-B9AC-FC35F3EE677F}" type="sibTrans" cxnId="{CBBA5133-C1BF-4009-B4A9-862217BC37A2}">
      <dgm:prSet/>
      <dgm:spPr/>
      <dgm:t>
        <a:bodyPr/>
        <a:lstStyle/>
        <a:p>
          <a:endParaRPr lang="en-US"/>
        </a:p>
      </dgm:t>
    </dgm:pt>
    <dgm:pt modelId="{7C9920FB-31B2-47C1-B17F-EEA6D198D89A}">
      <dgm:prSet/>
      <dgm:spPr/>
      <dgm:t>
        <a:bodyPr/>
        <a:lstStyle/>
        <a:p>
          <a:r>
            <a:rPr lang="en-US"/>
            <a:t>CAGR (2001-02 -&gt; 2023-24): 4.63 % per year</a:t>
          </a:r>
        </a:p>
      </dgm:t>
    </dgm:pt>
    <dgm:pt modelId="{62CEAB3C-3DCF-4282-BCE0-5269F21BD324}" type="parTrans" cxnId="{E012BE4A-3765-4F8A-836C-8874183F441A}">
      <dgm:prSet/>
      <dgm:spPr/>
      <dgm:t>
        <a:bodyPr/>
        <a:lstStyle/>
        <a:p>
          <a:endParaRPr lang="en-US"/>
        </a:p>
      </dgm:t>
    </dgm:pt>
    <dgm:pt modelId="{DF33B6D9-4995-425F-9573-BF8EA812297E}" type="sibTrans" cxnId="{E012BE4A-3765-4F8A-836C-8874183F441A}">
      <dgm:prSet/>
      <dgm:spPr/>
      <dgm:t>
        <a:bodyPr/>
        <a:lstStyle/>
        <a:p>
          <a:endParaRPr lang="en-US"/>
        </a:p>
      </dgm:t>
    </dgm:pt>
    <dgm:pt modelId="{4C15374F-1F8C-4E8D-BA40-A71E1F92E98A}" type="pres">
      <dgm:prSet presAssocID="{518FA68F-8E04-495A-82EB-275A4DF4AB4E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A0DAE6E-845C-4F3D-BC17-ED70DEBCCD77}" type="pres">
      <dgm:prSet presAssocID="{518FA68F-8E04-495A-82EB-275A4DF4AB4E}" presName="diamond" presStyleLbl="bgShp" presStyleIdx="0" presStyleCnt="1"/>
      <dgm:spPr/>
    </dgm:pt>
    <dgm:pt modelId="{9D743284-4F64-48F6-8CB8-0F71AEFBB14D}" type="pres">
      <dgm:prSet presAssocID="{518FA68F-8E04-495A-82EB-275A4DF4AB4E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886CEB-889D-4009-BA49-BEE99B49B489}" type="pres">
      <dgm:prSet presAssocID="{518FA68F-8E04-495A-82EB-275A4DF4AB4E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822AEE-7EA8-4384-A9C1-DAD4C25B4F4F}" type="pres">
      <dgm:prSet presAssocID="{518FA68F-8E04-495A-82EB-275A4DF4AB4E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D8AD3E-DC9A-4070-999A-03B7DB1BDA5A}" type="pres">
      <dgm:prSet presAssocID="{518FA68F-8E04-495A-82EB-275A4DF4AB4E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49212EE-5E6F-47F1-BE51-F39FED25A79A}" type="presOf" srcId="{996F2D4C-73C2-4B4E-9F63-01248F09969B}" destId="{9D743284-4F64-48F6-8CB8-0F71AEFBB14D}" srcOrd="0" destOrd="0" presId="urn:microsoft.com/office/officeart/2005/8/layout/matrix3"/>
    <dgm:cxn modelId="{CBBA5133-C1BF-4009-B4A9-862217BC37A2}" srcId="{518FA68F-8E04-495A-82EB-275A4DF4AB4E}" destId="{533BBFD2-4425-43D8-B657-F154117C0EAC}" srcOrd="2" destOrd="0" parTransId="{CBCC4405-1FA1-4424-AD1C-E5A525E72742}" sibTransId="{6F44FFB1-0DA5-422E-B9AC-FC35F3EE677F}"/>
    <dgm:cxn modelId="{03576C4F-D4DA-43F1-A2A9-C75A48910486}" srcId="{518FA68F-8E04-495A-82EB-275A4DF4AB4E}" destId="{996F2D4C-73C2-4B4E-9F63-01248F09969B}" srcOrd="0" destOrd="0" parTransId="{62CFE12F-FD27-40CB-A607-313FF1B3E527}" sibTransId="{6DC52854-4AF2-475E-9905-E9A3C3CF157B}"/>
    <dgm:cxn modelId="{CE04162C-2935-4B18-BC7A-7703789FD14F}" type="presOf" srcId="{518FA68F-8E04-495A-82EB-275A4DF4AB4E}" destId="{4C15374F-1F8C-4E8D-BA40-A71E1F92E98A}" srcOrd="0" destOrd="0" presId="urn:microsoft.com/office/officeart/2005/8/layout/matrix3"/>
    <dgm:cxn modelId="{5E832D25-15EC-4FFF-8CD4-A055433762E4}" srcId="{518FA68F-8E04-495A-82EB-275A4DF4AB4E}" destId="{BAE3F22D-932A-4080-9FA4-F9EE798CB025}" srcOrd="1" destOrd="0" parTransId="{9BE60534-1BF1-4D67-A8E8-C54E3B5139C3}" sibTransId="{BB86BDE4-8C5C-4C06-A629-944053217BB3}"/>
    <dgm:cxn modelId="{697F36A8-798F-4505-9950-752A8576E7DA}" type="presOf" srcId="{BAE3F22D-932A-4080-9FA4-F9EE798CB025}" destId="{3A886CEB-889D-4009-BA49-BEE99B49B489}" srcOrd="0" destOrd="0" presId="urn:microsoft.com/office/officeart/2005/8/layout/matrix3"/>
    <dgm:cxn modelId="{5706C0F4-D71A-4D5E-B69D-9FE3BA0D8B90}" type="presOf" srcId="{533BBFD2-4425-43D8-B657-F154117C0EAC}" destId="{9F822AEE-7EA8-4384-A9C1-DAD4C25B4F4F}" srcOrd="0" destOrd="0" presId="urn:microsoft.com/office/officeart/2005/8/layout/matrix3"/>
    <dgm:cxn modelId="{BAF79506-F6DE-44EE-BD7A-FD3E8AEE6C20}" type="presOf" srcId="{7C9920FB-31B2-47C1-B17F-EEA6D198D89A}" destId="{5ED8AD3E-DC9A-4070-999A-03B7DB1BDA5A}" srcOrd="0" destOrd="0" presId="urn:microsoft.com/office/officeart/2005/8/layout/matrix3"/>
    <dgm:cxn modelId="{E012BE4A-3765-4F8A-836C-8874183F441A}" srcId="{518FA68F-8E04-495A-82EB-275A4DF4AB4E}" destId="{7C9920FB-31B2-47C1-B17F-EEA6D198D89A}" srcOrd="3" destOrd="0" parTransId="{62CEAB3C-3DCF-4282-BCE0-5269F21BD324}" sibTransId="{DF33B6D9-4995-425F-9573-BF8EA812297E}"/>
    <dgm:cxn modelId="{E71220C2-E2B9-4AAE-BA47-24C140D22660}" type="presParOf" srcId="{4C15374F-1F8C-4E8D-BA40-A71E1F92E98A}" destId="{3A0DAE6E-845C-4F3D-BC17-ED70DEBCCD77}" srcOrd="0" destOrd="0" presId="urn:microsoft.com/office/officeart/2005/8/layout/matrix3"/>
    <dgm:cxn modelId="{F159756B-B0D0-454A-9A72-73E06E5E254D}" type="presParOf" srcId="{4C15374F-1F8C-4E8D-BA40-A71E1F92E98A}" destId="{9D743284-4F64-48F6-8CB8-0F71AEFBB14D}" srcOrd="1" destOrd="0" presId="urn:microsoft.com/office/officeart/2005/8/layout/matrix3"/>
    <dgm:cxn modelId="{617ECB94-2162-4F5E-B364-8B30F769BA90}" type="presParOf" srcId="{4C15374F-1F8C-4E8D-BA40-A71E1F92E98A}" destId="{3A886CEB-889D-4009-BA49-BEE99B49B489}" srcOrd="2" destOrd="0" presId="urn:microsoft.com/office/officeart/2005/8/layout/matrix3"/>
    <dgm:cxn modelId="{741813EA-2CB7-4A50-862B-C0B06814D034}" type="presParOf" srcId="{4C15374F-1F8C-4E8D-BA40-A71E1F92E98A}" destId="{9F822AEE-7EA8-4384-A9C1-DAD4C25B4F4F}" srcOrd="3" destOrd="0" presId="urn:microsoft.com/office/officeart/2005/8/layout/matrix3"/>
    <dgm:cxn modelId="{41E6206B-1755-420A-8BD7-9FC35690613E}" type="presParOf" srcId="{4C15374F-1F8C-4E8D-BA40-A71E1F92E98A}" destId="{5ED8AD3E-DC9A-4070-999A-03B7DB1BDA5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0DAE6E-845C-4F3D-BC17-ED70DEBCCD77}">
      <dsp:nvSpPr>
        <dsp:cNvPr id="0" name=""/>
        <dsp:cNvSpPr/>
      </dsp:nvSpPr>
      <dsp:spPr>
        <a:xfrm>
          <a:off x="0" y="814839"/>
          <a:ext cx="4775935" cy="477593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743284-4F64-48F6-8CB8-0F71AEFBB14D}">
      <dsp:nvSpPr>
        <dsp:cNvPr id="0" name=""/>
        <dsp:cNvSpPr/>
      </dsp:nvSpPr>
      <dsp:spPr>
        <a:xfrm>
          <a:off x="453713" y="1268552"/>
          <a:ext cx="1862614" cy="18626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Key National KPIs</a:t>
          </a:r>
        </a:p>
      </dsp:txBody>
      <dsp:txXfrm>
        <a:off x="544638" y="1359477"/>
        <a:ext cx="1680764" cy="1680764"/>
      </dsp:txXfrm>
    </dsp:sp>
    <dsp:sp modelId="{3A886CEB-889D-4009-BA49-BEE99B49B489}">
      <dsp:nvSpPr>
        <dsp:cNvPr id="0" name=""/>
        <dsp:cNvSpPr/>
      </dsp:nvSpPr>
      <dsp:spPr>
        <a:xfrm>
          <a:off x="2459606" y="1268552"/>
          <a:ext cx="1862614" cy="1862614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All‑India milk production (2023-24): 239299 ('000 tonnes)</a:t>
          </a:r>
        </a:p>
      </dsp:txBody>
      <dsp:txXfrm>
        <a:off x="2550531" y="1359477"/>
        <a:ext cx="1680764" cy="1680764"/>
      </dsp:txXfrm>
    </dsp:sp>
    <dsp:sp modelId="{9F822AEE-7EA8-4384-A9C1-DAD4C25B4F4F}">
      <dsp:nvSpPr>
        <dsp:cNvPr id="0" name=""/>
        <dsp:cNvSpPr/>
      </dsp:nvSpPr>
      <dsp:spPr>
        <a:xfrm>
          <a:off x="453713" y="3274445"/>
          <a:ext cx="1862614" cy="1862614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YoY growth (2022-23 -&gt; 2023-24): 3.78 %</a:t>
          </a:r>
        </a:p>
      </dsp:txBody>
      <dsp:txXfrm>
        <a:off x="544638" y="3365370"/>
        <a:ext cx="1680764" cy="1680764"/>
      </dsp:txXfrm>
    </dsp:sp>
    <dsp:sp modelId="{5ED8AD3E-DC9A-4070-999A-03B7DB1BDA5A}">
      <dsp:nvSpPr>
        <dsp:cNvPr id="0" name=""/>
        <dsp:cNvSpPr/>
      </dsp:nvSpPr>
      <dsp:spPr>
        <a:xfrm>
          <a:off x="2459606" y="3274445"/>
          <a:ext cx="1862614" cy="186261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CAGR (2001-02 -&gt; 2023-24): 4.63 % per year</a:t>
          </a:r>
        </a:p>
      </dsp:txBody>
      <dsp:txXfrm>
        <a:off x="2550531" y="3365370"/>
        <a:ext cx="1680764" cy="1680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4522B21E-B2B9-4C72-9A71-C87EFD1374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5EB7D2A2-F448-44D4-938C-DC84CBCB3B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71AEA07-1E14-44B4-8E55-64EF049CD6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6300"/>
              <a:t>Milk Production in India: 2001-02 to 2023-24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/>
              <a:t>Summary KPIs, trends, state rankings and anomalies</a:t>
            </a:r>
          </a:p>
          <a:p>
            <a:pPr>
              <a:lnSpc>
                <a:spcPct val="90000"/>
              </a:lnSpc>
            </a:pPr>
            <a:r>
              <a:rPr lang="en-US" sz="1800"/>
              <a:t>Generated report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F7C8EA93-3210-4C62-99E9-153C275E3A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 fill">
            <a:extLst>
              <a:ext uri="{FF2B5EF4-FFF2-40B4-BE49-F238E27FC236}">
                <a16:creationId xmlns:a16="http://schemas.microsoft.com/office/drawing/2014/main" xmlns="" id="{1D63C574-BFD2-41A1-A567-B0C3CC7FDD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olor 2">
            <a:extLst>
              <a:ext uri="{FF2B5EF4-FFF2-40B4-BE49-F238E27FC236}">
                <a16:creationId xmlns:a16="http://schemas.microsoft.com/office/drawing/2014/main" xmlns="" id="{E2A46BAB-8C31-42B2-90E8-B26DD3E81D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B3F7A3C7-0737-4E57-B30E-8EEFE638B4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25" name="Color">
              <a:extLst>
                <a:ext uri="{FF2B5EF4-FFF2-40B4-BE49-F238E27FC236}">
                  <a16:creationId xmlns:a16="http://schemas.microsoft.com/office/drawing/2014/main" xmlns="" id="{3BE6D516-DFC6-4698-B3F1-5F591C1130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Color">
              <a:extLst>
                <a:ext uri="{FF2B5EF4-FFF2-40B4-BE49-F238E27FC236}">
                  <a16:creationId xmlns:a16="http://schemas.microsoft.com/office/drawing/2014/main" xmlns="" id="{C2580FB0-D146-458C-AF1B-8E8BBF6BBA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43F5E015-E085-4624-B431-B424144486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4DDB60AE-8B9C-4BA0-93DC-F8C9EBF6D8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xmlns="" id="{9F247760-BE07-41A2-969E-570081E655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xmlns="" id="{57A70BD2-76FC-4BDD-9E64-3B93D5EF369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AADD9643-5489-42CB-9762-FBAC2AAE9F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09A2C16E-2745-4E3D-BECC-D66755221E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xmlns="" id="{52E5A063-571D-4461-9869-B3E93F6E69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xmlns="" id="{366019AD-E33B-4DBF-BAD3-AE36116031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2636433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Points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xmlns="" id="{EDDE3AB5-E90F-91CE-6467-745AABE9B9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7756116"/>
              </p:ext>
            </p:extLst>
          </p:nvPr>
        </p:nvGraphicFramePr>
        <p:xfrm>
          <a:off x="3739414" y="231006"/>
          <a:ext cx="477593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4AC5506-6312-4701-8D3C-40187889A9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533043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5322147"/>
            <a:ext cx="8408193" cy="744836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All‑India Trend (2001‑02 to 2023-24)</a:t>
            </a:r>
          </a:p>
        </p:txBody>
      </p:sp>
      <p:pic>
        <p:nvPicPr>
          <p:cNvPr id="3" name="Picture 2" descr="nationa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16986"/>
            <a:ext cx="8178799" cy="40894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3B47FC9C-2ED3-4100-A4EF-E8CDFEE106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358141"/>
            <a:ext cx="7886700" cy="9426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Top 10 States by Production (2023-24)</a:t>
            </a:r>
          </a:p>
        </p:txBody>
      </p:sp>
      <p:pic>
        <p:nvPicPr>
          <p:cNvPr id="3" name="Picture 2" descr="top10_la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04" y="557189"/>
            <a:ext cx="7715391" cy="46292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xmlns="" id="{D4771268-CB57-404A-9271-370EB28F60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Share: Top 10 vs Others (2023-24)</a:t>
            </a:r>
          </a:p>
        </p:txBody>
      </p:sp>
      <p:pic>
        <p:nvPicPr>
          <p:cNvPr id="3" name="Picture 2" descr="share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885073"/>
            <a:ext cx="5085525" cy="5085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F0A604E4-7307-451C-93BE-F1F7E1BF3B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7F3A0AA-35E5-4085-942B-7378390306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402F5C38-C747-4173-ABBF-656E39E821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37EECFC-A684-4391-AE85-4CDAF5565F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10 States — Production (2023-24)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31319" y="390832"/>
          <a:ext cx="6750827" cy="4519115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384175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0907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73695">
                <a:tc>
                  <a:txBody>
                    <a:bodyPr/>
                    <a:lstStyle/>
                    <a:p>
                      <a:r>
                        <a:rPr sz="1800" b="0" cap="none" spc="0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marL="103729" marR="103729" marT="103729" marB="5186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cap="none" spc="0">
                          <a:solidFill>
                            <a:schemeClr val="bg1"/>
                          </a:solidFill>
                        </a:rPr>
                        <a:t>2023-24</a:t>
                      </a:r>
                    </a:p>
                  </a:txBody>
                  <a:tcPr marL="103729" marR="103729" marT="103729" marB="5186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Uttar Pradesh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38780.0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Rajasthan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34733.0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Madhya Pradesh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21326.0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Gujarat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18312.0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Maharashtra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16045.0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Punjab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14000.0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Andhra Pradesh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13994.0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Karnataka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13463.0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Bihar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12853.0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Haryana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cap="none" spc="0">
                          <a:solidFill>
                            <a:schemeClr val="tx1"/>
                          </a:solidFill>
                        </a:rPr>
                        <a:t>12220.0</a:t>
                      </a:r>
                    </a:p>
                  </a:txBody>
                  <a:tcPr marL="103729" marR="103729" marT="103729" marB="518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A8384FB5-9ADC-4DDC-881B-597D56F5B1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1E5A9A7-95C6-4F4F-B00E-C82E07FE62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07DD2DE-F619-49DD-B5E7-03A290FF4E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85149191-5F60-4A28-AAFF-039F96B0F3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F8260ED5-17F7-4158-B241-D51DD4CF1B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states by CAGR (2001-02 -&gt; 2023-24)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76821" y="776284"/>
          <a:ext cx="5419311" cy="5305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2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240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State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CAGR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Bihar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0.0742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Rajasthan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0.0705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Madhya Pradesh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0.0655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Jharkhand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0.0546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Gujarat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0.0531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Odisha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0.0485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Karnataka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0.048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Tripura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0.047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Chhattisgarh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0.0457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82312">
                <a:tc>
                  <a:txBody>
                    <a:bodyPr/>
                    <a:lstStyle/>
                    <a:p>
                      <a:r>
                        <a:rPr lang="en-US" sz="2200"/>
                        <a:t>Uttar Pradesh</a:t>
                      </a:r>
                    </a:p>
                  </a:txBody>
                  <a:tcPr marL="109616" marR="109616" marT="54808" marB="5480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0.0452</a:t>
                      </a:r>
                    </a:p>
                  </a:txBody>
                  <a:tcPr marL="109616" marR="109616" marT="54808" marB="54808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Quality &amp; Anomaly</a:t>
            </a:r>
            <a:endParaRPr lang="en-US" sz="63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sz="1900" dirty="0" smtClean="0"/>
              <a:t>1</a:t>
            </a:r>
            <a:r>
              <a:rPr lang="en-US" sz="1900" dirty="0"/>
              <a:t>) Rows with unusually large </a:t>
            </a:r>
            <a:r>
              <a:rPr lang="en-US" sz="1900" dirty="0" err="1"/>
              <a:t>YoY</a:t>
            </a:r>
            <a:r>
              <a:rPr lang="en-US" sz="1900" dirty="0"/>
              <a:t> changes (e.g., Arunachal Pradesh, Andhra Pradesh) may be OCR or reporting issues. Confirm against source PDF.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sz="1900" dirty="0"/>
              <a:t>2) Some union territories show decimals or truncated values (Chandigarh 58.87, </a:t>
            </a:r>
            <a:r>
              <a:rPr lang="en-US" sz="1900" dirty="0" err="1"/>
              <a:t>Ladakh</a:t>
            </a:r>
            <a:r>
              <a:rPr lang="en-US" sz="1900" dirty="0"/>
              <a:t> 29.31, Lakshadweep 0.39). Verify source.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sz="1900" dirty="0"/>
              <a:t>3) Top 3 states contribute ~40% of national production — these dominate national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218</Words>
  <Application>Microsoft Office PowerPoint</Application>
  <PresentationFormat>On-screen Show (4:3)</PresentationFormat>
  <Paragraphs>61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Milk Production in India: 2001-02 to 2023-24</vt:lpstr>
      <vt:lpstr>Key Points</vt:lpstr>
      <vt:lpstr>All‑India Trend (2001‑02 to 2023-24)</vt:lpstr>
      <vt:lpstr>Top 10 States by Production (2023-24)</vt:lpstr>
      <vt:lpstr>Share: Top 10 vs Others (2023-24)</vt:lpstr>
      <vt:lpstr>Top 10 States — Production (2023-24)</vt:lpstr>
      <vt:lpstr>Top states by CAGR (2001-02 -&gt; 2023-24)</vt:lpstr>
      <vt:lpstr>Data Quality &amp; Anomaly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Milk Production in India: 2001-02 to 2023-24</dc:title>
  <dc:subject/>
  <dc:creator/>
  <cp:keywords/>
  <dc:description>generated using python-pptx</dc:description>
  <cp:lastModifiedBy>dell</cp:lastModifiedBy>
  <cp:revision>18</cp:revision>
  <dcterms:created xsi:type="dcterms:W3CDTF">2013-01-27T09:14:16Z</dcterms:created>
  <dcterms:modified xsi:type="dcterms:W3CDTF">2026-10-13T13:39:40Z</dcterms:modified>
  <cp:category/>
</cp:coreProperties>
</file>